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06"/>
  </p:normalViewPr>
  <p:slideViewPr>
    <p:cSldViewPr snapToGrid="0" snapToObjects="1">
      <p:cViewPr varScale="1">
        <p:scale>
          <a:sx n="112" d="100"/>
          <a:sy n="112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4D9944-15C7-CF46-8521-2BD975297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93F8A7B-64FD-2343-834B-57A0D47B5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55A702-7771-064A-BA81-9A5FC1776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703B40-F2DA-DC42-996E-C6469D0D7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0770FC-71DC-CD44-B78E-4D964AB9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535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801688-D6B7-5445-A74F-561725F81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5DAEDF-069D-BE45-A116-FB37EB77A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2F932D-A570-0C44-9C15-5DCCC36AA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6BA64-6838-9748-B525-DD8527C1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D81EBD-DE70-2B48-B5A9-F644C297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718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DB54FE-8FA3-784B-95DD-C7D15D1C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96FB173-EC44-5B42-93D8-F12192522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1F067E-9B66-A84A-BB87-AEB093BB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784D14-FDDF-0F49-911A-BFD09807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94A014-89F3-774A-87C1-1DBBDA36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722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F218BF-E29A-C142-B7F9-9BE5C47C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AD23AA-14CE-6047-80B9-C56DEE7DC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CD0A12E-F703-E64C-8E14-3D4BB1935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1096C31-2803-FE40-8C53-63C148D96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383A201-B0DA-DC49-837E-CAEF8C17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95EFC86-B99B-3C46-9F01-C8361CFC3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76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E4FA03-59CA-4545-B380-F8EC8516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2134C1-4BD8-C54E-9FFC-964D6354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F29C7F-901A-B142-97B8-28D902D3B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2E109AA-6229-CC4C-912B-ECEB8C653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7CEBD27-9BAF-4944-9BC4-CE72FBAE4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014FCA5-8680-6541-8ECD-D1DAC517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E872613-BCA1-774C-9C9B-657894E5B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4F4F874-3337-FE4A-9301-6787C457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2205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CF0256-44C2-234A-931E-444CE7D2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7C41399-2173-254E-87C0-068D63437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179EB7-C2DC-464D-B5BB-92B33A53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B616C55-99DB-4F41-BEA8-C0C44E78E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919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C7B722F-240C-754B-8960-72ADDAE50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86B0917-D051-974D-BA92-6569C7C2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A00378-E20E-3A4A-B8E3-C3CB459C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357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551803-18DB-9141-A46F-6CB17671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F7B777-8A5F-EA44-9806-AC0954367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EC79E67-D5EE-B947-A948-2C9437A76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8E35339-074A-334E-8565-7448855A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8C54B5-9E8A-564F-A455-D495B4FFE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CFB9C5-8E99-5C4D-ADD8-D915BB1F2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960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F628B9-5117-A64D-BAB0-A38B4A55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09D6760-3460-874F-9995-8737E16EF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9930F45-D0CD-CA4F-8CB9-216AC07B6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53B929-7F13-BE47-9E3B-B2B91D678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AC989A9-E9C4-AE42-8DDB-6E36CF123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80AC11-2699-864B-A9B4-D4DE11CD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651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18EB64-1D16-AE4A-8D69-C7A0AEAA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76A5B15-7518-E342-A86E-14C53EF46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C8FF97-F699-154C-B191-A5EA9EC8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3E517D-A51B-A445-A466-BAE96F98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010E2E3-4840-2F46-8D79-CD06AFC9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861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532A031-C83D-E744-B4A9-509C1D717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C7DEB81-4BBA-E341-A484-DEB5B2E87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AA783D-7914-0A45-BCB6-85F666DE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BFAA15-4BD4-0F41-A3CA-A960FA04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50AD00-2C43-A349-8C8D-384D41E8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7568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7696891-E37D-D04A-A028-F2433241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968B12B-B152-DF46-A4BF-88AF8BA71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6B4933-A9A7-5D4C-A920-1922C9603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5F367-353B-5F42-AE18-25CD376B4E79}" type="datetimeFigureOut">
              <a:rPr lang="it-IT" smtClean="0"/>
              <a:t>08/04/26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AE4A00-6718-C74B-B4CB-97C35DDC1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6E70895-B3FB-074E-BD61-E4CCEE6D2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9A64D-D935-9B49-8621-1158C9C1F5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430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D61BD88-D1A4-E248-B0BA-B3562B5DA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607"/>
            <a:ext cx="10972800" cy="644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79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1DF4B00-8A68-BE44-813D-E1FEEC4FC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97" y="102870"/>
            <a:ext cx="11682805" cy="675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27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E5E6582-5DFA-2B4C-AB0D-22E2EA79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97" y="0"/>
            <a:ext cx="11682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1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03FE70-41CE-F24F-88E1-7539CA0B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/>
          <a:lstStyle/>
          <a:p>
            <a:r>
              <a:rPr lang="it-IT" dirty="0"/>
              <a:t>Topologia di rete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7320FC3E-A7A3-5C4F-8E70-94A87FA76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0012" y="1104020"/>
            <a:ext cx="6172200" cy="4137515"/>
          </a:xfrm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61A928C-073A-4040-B465-E7F8BA8B6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04020"/>
            <a:ext cx="3932237" cy="4764968"/>
          </a:xfrm>
        </p:spPr>
        <p:txBody>
          <a:bodyPr>
            <a:normAutofit/>
          </a:bodyPr>
          <a:lstStyle/>
          <a:p>
            <a:r>
              <a:rPr lang="it-IT" dirty="0"/>
              <a:t>La rete LAN simulata in Cisco </a:t>
            </a:r>
            <a:r>
              <a:rPr lang="it-IT" dirty="0" err="1"/>
              <a:t>Packet</a:t>
            </a:r>
            <a:r>
              <a:rPr lang="it-IT" dirty="0"/>
              <a:t> </a:t>
            </a:r>
            <a:r>
              <a:rPr lang="it-IT" dirty="0" err="1"/>
              <a:t>Tracer</a:t>
            </a:r>
            <a:r>
              <a:rPr lang="it-IT" dirty="0"/>
              <a:t> con indirizzo 192.168.1.0/24, 2 </a:t>
            </a:r>
            <a:r>
              <a:rPr lang="it-IT" dirty="0" err="1"/>
              <a:t>switch</a:t>
            </a:r>
            <a:r>
              <a:rPr lang="it-IT" dirty="0"/>
              <a:t> collegati tra loro e 3 PC per ciascuno.</a:t>
            </a:r>
          </a:p>
          <a:p>
            <a:r>
              <a:rPr lang="it-IT" dirty="0"/>
              <a:t>Caratteristiche:</a:t>
            </a:r>
          </a:p>
          <a:p>
            <a:pPr marL="285750" indent="-285750">
              <a:buFontTx/>
              <a:buChar char="-"/>
            </a:pPr>
            <a:r>
              <a:rPr lang="it-IT" dirty="0"/>
              <a:t>Nessuna configurazione, operano in L2</a:t>
            </a:r>
          </a:p>
          <a:p>
            <a:pPr marL="285750" indent="-285750">
              <a:buFontTx/>
              <a:buChar char="-"/>
            </a:pPr>
            <a:r>
              <a:rPr lang="it-IT" dirty="0"/>
              <a:t>PC configurati con IP statico (no DHCP) </a:t>
            </a:r>
          </a:p>
          <a:p>
            <a:pPr marL="285750" indent="-285750">
              <a:buFontTx/>
              <a:buChar char="-"/>
            </a:pPr>
            <a:r>
              <a:rPr lang="it-IT" dirty="0"/>
              <a:t>SM: 255.255.255.0 </a:t>
            </a:r>
          </a:p>
          <a:p>
            <a:pPr marL="285750" indent="-285750">
              <a:buFontTx/>
              <a:buChar char="-"/>
            </a:pPr>
            <a:r>
              <a:rPr lang="it-IT" dirty="0"/>
              <a:t>No DNS server (LAN locale senza accesso a internet, impostato comunque per convenzione 8.8.8.8) </a:t>
            </a:r>
          </a:p>
          <a:p>
            <a:r>
              <a:rPr lang="it-IT" dirty="0"/>
              <a:t>Verifica di funzionalità: </a:t>
            </a:r>
          </a:p>
          <a:p>
            <a:pPr marL="285750" indent="-285750">
              <a:buFontTx/>
              <a:buChar char="-"/>
            </a:pPr>
            <a:r>
              <a:rPr lang="it-IT" dirty="0"/>
              <a:t>I PC parlano tutti tra di loro all’interno della rete (test </a:t>
            </a:r>
            <a:r>
              <a:rPr lang="it-IT" dirty="0" err="1"/>
              <a:t>Ping</a:t>
            </a:r>
            <a:r>
              <a:rPr lang="it-IT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395217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81</Words>
  <Application>Microsoft Macintosh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Topologia di rete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Michele Loreti</dc:creator>
  <cp:lastModifiedBy>Michele Loreti</cp:lastModifiedBy>
  <cp:revision>2</cp:revision>
  <dcterms:created xsi:type="dcterms:W3CDTF">2026-04-08T12:28:48Z</dcterms:created>
  <dcterms:modified xsi:type="dcterms:W3CDTF">2026-04-08T12:45:09Z</dcterms:modified>
</cp:coreProperties>
</file>